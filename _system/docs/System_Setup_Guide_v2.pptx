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880360"/>
            <a:ext cx="457200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KNOWLEDGE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Setup &amp; Workflow Guide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3108960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—  Cloud + Local LLM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+ Multi-Agent AI  |  Neuroscience Research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v2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0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V2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32918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325880"/>
            <a:ext cx="37490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phase — local LLM for unpublished 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execution environments (was 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 roles (was 7: Argue / Demon / Rejection-Sim added)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Ingest project type — lightweight wiki-add path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refusal rule for cloud agents on confidential paths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scouts/ ad-hoc staging area for paper searches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841248"/>
            <a:ext cx="4023360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412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4023360" cy="3291840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325880"/>
            <a:ext cx="37490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Three-space model: Library / Exploration / Project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 (no web search, wiki first, re-read PDF, say if missing)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wiki: PDF → sources/ → wiki/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gates — human-only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tool routing: Claude Code vs Codex CLI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 — Three Spaces × Two Tiers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651760" cy="37490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65176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1005840" cy="2377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243230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papers/ (published PDFs)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sources/ (LLM summaries)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 (wiki pages)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index.md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Ingester + Synthesizer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41248"/>
            <a:ext cx="2651760" cy="3749040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41248"/>
            <a:ext cx="2651760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41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353312"/>
            <a:ext cx="1005840" cy="23774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53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664208"/>
            <a:ext cx="243230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explorations/idea-notes/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explorations/ideas/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explorations/active/{slug}/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(except _pdfs/ = local-only)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Incubator for ideas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LLMs read + write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841248"/>
            <a:ext cx="2651760" cy="374904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841248"/>
            <a:ext cx="265176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841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353312"/>
            <a:ext cx="100584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53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27648" y="1664208"/>
            <a:ext cx="243230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projects/{slug}/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/ paper_in_prep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review_article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library_ingest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→ cloud-readable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BEC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Library Ingest projects live in projects/ but are cloud-readable — no manuscript, no confidential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is a Routing Rule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files live on your local machine.  </a:t>
            </a:r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is WHICH AI can read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77640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OK  (external-ok)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37944"/>
            <a:ext cx="3977640" cy="2651760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92808"/>
            <a:ext cx="37307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papers/ (published corpus)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sources/, wiki/, overviews/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explorations/ (idea notes, briefs, synthesis)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library_ingest project briefs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index.md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77640" cy="42062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  (confidential)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837944"/>
            <a:ext cx="3977640" cy="26517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892808"/>
            <a:ext cx="37307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projects/{slug}/ — grant, paper_in_prep,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review_article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papers/under-review/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explorations/active/*/_pdfs/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Any file with confidential_tier: local-only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617720"/>
            <a:ext cx="850392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61772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 hits a confidential path → HARD REFUSAL. No override possible, even if you say "do it here anyway."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— One Shared File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43200" cy="3931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74320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Reasoning &amp; Writing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252374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→ wiki/overviews/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brainstorming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structure decisions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agent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revision of public prose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841248"/>
            <a:ext cx="2743200" cy="3931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41248"/>
            <a:ext cx="274320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Throughput &amp; 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52374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script execution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of candidate JSON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Ingester: PDF → sources/ → wiki/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file operations &amp; renaming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 scripts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841248"/>
            <a:ext cx="2743200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41248"/>
            <a:ext cx="274320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Phase Only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27648" y="1481328"/>
            <a:ext cx="25237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drafting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sections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Argue: Reviewer-#2 critique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Demon: Devil's advocate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Rejection-Sim: pre-submission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407408"/>
            <a:ext cx="2743200" cy="4572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407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--role {role} --project {slug}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tools read and write the SAME markdown folder. No file transfer or context handoff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 — Cloud vs Local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8046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84448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80467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152144"/>
            <a:ext cx="868680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52144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5214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11521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15214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11521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15214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PubMed / arXiv / bioRxiv / Semantic Scholar for candidates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536192"/>
            <a:ext cx="868680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53619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53619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15361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153619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84448" y="1536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15361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against brief — in-scope / borderline / 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1920240"/>
            <a:ext cx="868680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1920240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9202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192024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84448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92024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approved PDFs → papers/, write sources/ and wiki/ pages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304288"/>
            <a:ext cx="868680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2304288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30428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23042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23042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84448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230428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→ wiki/overviews/ pages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2688336"/>
            <a:ext cx="868680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2688336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268833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26883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Skeptic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268833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84448" y="2688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268833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idea → exploration promotion (deliberately conservative)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3072384"/>
            <a:ext cx="868680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3456432"/>
            <a:ext cx="868680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456432"/>
            <a:ext cx="54864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4564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" y="3456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920240" y="34564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84448" y="3456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3456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manuscript / grant sections in projects/{slug}/Drafts/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" y="3840480"/>
            <a:ext cx="868680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3840480"/>
            <a:ext cx="54864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38404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6928" y="3840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920240" y="384048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584448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74920" y="384048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Reviewer-#2-style pressure test of confidential draft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28600" y="4224528"/>
            <a:ext cx="868680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" y="4224528"/>
            <a:ext cx="54864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22452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6928" y="42245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920240" y="42245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584448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074920" y="422452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Devil's-advocate / desk-reject critique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" y="4608576"/>
            <a:ext cx="868680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" y="4608576"/>
            <a:ext cx="54864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460857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66928" y="4608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Rejection-Sim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920240" y="460857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584448" y="4608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74920" y="460857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Pre-mortem: simulate funder / journal rejection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Setup — Hardware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MacBook Pro M4 Pro, 24 GB unified memory, macOS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43200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743200" cy="5669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417320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GB unified memory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7373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27B MLX 4-bit fits (~16 GB loaded)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8 GB for OS + other apps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Chrome/Slack during drafting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~12–20 tok/s on M4 Pro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in ~30–60 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743200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15568"/>
            <a:ext cx="2743200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18688" y="1417320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GB unified memory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17373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32B at 4-bit with full headroom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 context without RAM pressure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model can stay loaded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generation across the 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comfortable for long sessions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1115568"/>
            <a:ext cx="2743200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115568"/>
            <a:ext cx="274320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1344" y="1417320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24 GB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8504" y="17373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above 30B — won't fit at usable quantization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3 Super 120B MoE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context discipline, not parameter count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Setup — 7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457200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" y="877824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877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8229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LM Studio from lmstudio.ai  (free, Apple Silicon optimized)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" y="1225296"/>
            <a:ext cx="0" cy="164592"/>
          </a:xfrm>
          <a:prstGeom prst="line">
            <a:avLst/>
          </a:prstGeom>
          <a:noFill/>
          <a:ln w="19050">
            <a:solidFill>
              <a:srgbClr val="4B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44475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38988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"Qwen3.5-27B-Instruct MLX 4bit" → Download (~16 GB)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"Gemma 4 7.9B Instruct MLX 4bit" for fast utility 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1792224"/>
            <a:ext cx="0" cy="164592"/>
          </a:xfrm>
          <a:prstGeom prst="line">
            <a:avLst/>
          </a:prstGeom>
          <a:noFill/>
          <a:ln w="19050">
            <a:solidFill>
              <a:srgbClr val="4B8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" y="201168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195681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model in left sidebar → Load into memory  (30–60 s, ~16 GB RAM)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2359152"/>
            <a:ext cx="0" cy="164592"/>
          </a:xfrm>
          <a:prstGeom prst="line">
            <a:avLst/>
          </a:prstGeom>
          <a:noFill/>
          <a:ln w="19050">
            <a:solidFill>
              <a:srgbClr val="4B8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2578608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52374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↔ Local Server icon → Start Server   endpoint: http://localhost:1234/v1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Server does NOT auto-start — start it manually each session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" y="2926080"/>
            <a:ext cx="0" cy="164592"/>
          </a:xfrm>
          <a:prstGeom prst="line">
            <a:avLst/>
          </a:prstGeom>
          <a:noFill/>
          <a:ln w="19050">
            <a:solidFill>
              <a:srgbClr val="4B8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" y="3145536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0906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  curl http://localhost:1234/v1/models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493008"/>
            <a:ext cx="0" cy="164592"/>
          </a:xfrm>
          <a:prstGeom prst="line">
            <a:avLst/>
          </a:prstGeom>
          <a:noFill/>
          <a:ln w="19050">
            <a:solidFill>
              <a:srgbClr val="4B8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" y="3712464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3657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  python3 scripts/local_agent.py --role drafter --project local-agent-test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" y="4059936"/>
            <a:ext cx="0" cy="164592"/>
          </a:xfrm>
          <a:prstGeom prst="line">
            <a:avLst/>
          </a:prstGeom>
          <a:noFill/>
          <a:ln w="19050">
            <a:solidFill>
              <a:srgbClr val="4B8A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" y="427939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42245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output, then clean up:   rm -rf projects/local-agent-test/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— Which Model to 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Qwen3.5 27B Instruct MLX 4-bit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23360" cy="265176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7490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confidential roles (Drafter, Argue, Demon, Rejection-Sim)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differ only via system prompt — no model swap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Disk: ~16 GB  |  Loaded: ~16–18 GB 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12–20 tok/s on M4 Pro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8K tokens per session (stays in KV cache budget)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41248"/>
            <a:ext cx="402336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41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Gemma 4 7.9B or Qwen3.5 9B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023360" cy="2651760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53312"/>
            <a:ext cx="37490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tagging, routing, or short summaries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unload 27B first before loading (20–40 s round-trip)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explicit batched short tasks, not every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069080"/>
            <a:ext cx="402336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for scientific prose: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Coding-specialized variants (Qwen3 Coder Next, GLM-4.7)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optimized for code, not grant/manuscript writing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4069080"/>
            <a:ext cx="402336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069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--role argue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--project 2026-tuning-of-temporal-metaplasticity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Local — Decision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95528"/>
            <a:ext cx="8631936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955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795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24712"/>
            <a:ext cx="8631936" cy="33832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24712"/>
            <a:ext cx="45720" cy="3383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24712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a wiki topic or exploration idea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12471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63040"/>
            <a:ext cx="863193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63040"/>
            <a:ext cx="45720" cy="3383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63040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papers via PubMed / arXiv / bioRxiv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1801368"/>
            <a:ext cx="8631936" cy="33832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801368"/>
            <a:ext cx="45720" cy="3383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801368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candidate papers against brief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0136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139696"/>
            <a:ext cx="863193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139696"/>
            <a:ext cx="45720" cy="3383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139696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approved PDF into wiki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13969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478024"/>
            <a:ext cx="8631936" cy="338328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478024"/>
            <a:ext cx="45720" cy="3383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478024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wiki/overviews/ synthesis page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47802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816352"/>
            <a:ext cx="863193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816352"/>
            <a:ext cx="45720" cy="3383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816352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papers from a lab/author to wiki (batch)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281635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 — library_ingest project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154680"/>
            <a:ext cx="8631936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154680"/>
            <a:ext cx="4572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154680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grant specific aims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15468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" y="3493008"/>
            <a:ext cx="8631936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493008"/>
            <a:ext cx="4572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493008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manuscript introduction / methods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349300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3831336"/>
            <a:ext cx="8631936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831336"/>
            <a:ext cx="4572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831336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your draft as Reviewer #2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383133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6032" y="4169664"/>
            <a:ext cx="8631936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4169664"/>
            <a:ext cx="4572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169664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Devil's-advocate check before submission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35040" y="416966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4507992"/>
            <a:ext cx="8631936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507992"/>
            <a:ext cx="45720" cy="338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507992"/>
            <a:ext cx="5577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journal rejection reasons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35040" y="450799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BEC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Unsure? Ask: "Does this involve unpublished hypotheses, aims, or data?"   Yes → Local.   No → Cloud.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Workflow —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706624" cy="3246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270662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2706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15214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508760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1508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020824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0208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2532888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5328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044952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3044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PDF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62656" y="21031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18688" y="841248"/>
            <a:ext cx="2706624" cy="3246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841248"/>
            <a:ext cx="2706624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841248"/>
            <a:ext cx="2706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USE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18688" y="115214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1508760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01568" y="1508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overviews/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01568" y="2020824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01568" y="20208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from wiki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01568" y="2532888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01568" y="25328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brainstorm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21031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81344" y="841248"/>
            <a:ext cx="2706624" cy="3246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841248"/>
            <a:ext cx="2706624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841248"/>
            <a:ext cx="2706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CONFIDENTIAL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1344" y="115214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64224" y="1508760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64224" y="1508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manuscript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64224" y="2020824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64224" y="20208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critique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64224" y="2532888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64224" y="25328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 check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64224" y="3044952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64224" y="3044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Rejection-Sim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6032" y="4224528"/>
            <a:ext cx="8631936" cy="530352"/>
          </a:xfrm>
          <a:prstGeom prst="rect">
            <a:avLst/>
          </a:prstGeom>
          <a:solidFill>
            <a:srgbClr val="FFFBEC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2245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Loop back: </a:t>
            </a:r>
            <a:pPr indent="0" marL="0">
              <a:buNone/>
            </a:pPr>
            <a:r>
              <a:rPr lang="en-US" sz="12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insights from project → manual redaction → wiki/overviews/ → feeds next synthesis cycle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points:  (1) Approve / skip candidates after triage     (2) Decide which project insights to promote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Adding Papers to the Wiki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3931920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412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Paper — Fast Path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3931920" cy="32918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5331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353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PDF → papers/inbox/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" y="1682496"/>
            <a:ext cx="0" cy="420624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103120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103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scripts/extract_pdf.py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path/to/paper.pdf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2432304"/>
            <a:ext cx="0" cy="420624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852928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8529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 Ingester: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sources/ + wiki/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index.md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" y="3182112"/>
            <a:ext cx="0" cy="420624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6027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841248"/>
            <a:ext cx="3931920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8412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Library Ingest Project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56048" y="1261872"/>
            <a:ext cx="3931920" cy="3291840"/>
          </a:xfrm>
          <a:prstGeom prst="rect">
            <a:avLst/>
          </a:prstGeom>
          <a:solidFill>
            <a:srgbClr val="EFF8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7488" y="1353312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22392" y="135331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projects/{slug}/Project_Brief.md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project_type: library_ingest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02936" y="1664208"/>
            <a:ext cx="0" cy="292608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1956816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22392" y="195681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 Scout: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brief keywords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02936" y="2267712"/>
            <a:ext cx="0" cy="292608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47488" y="2560320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22392" y="25603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approval 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(triage-reports/)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02936" y="2871216"/>
            <a:ext cx="0" cy="292608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47488" y="3163824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22392" y="316382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PDFs → papers/inbox/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Ingester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02936" y="3474720"/>
            <a:ext cx="0" cy="292608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47488" y="3767328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22392" y="37673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status: closed ✓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Idea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NOTE  (5 min)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explorations/idea-notes/{slug}.md   —   quick summary, no commitment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517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664208"/>
            <a:ext cx="749808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642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SKEPTIC REVIEW  (Claude Code)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scout-ready?   not-ready / brief-ready / scout-ready / project-ready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340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80160" y="2487168"/>
            <a:ext cx="658368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48716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SCOUTING  (Codex CLI — Build phase)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87121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candidates/ → paper-briefs/ → synthesis.md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163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3310128"/>
            <a:ext cx="5669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310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DECISION  (Human)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69417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PDF to Library    → Insight to wiki/overviews/    → Create confidential Project    → Archive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5F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explorations/_pdfs/ is confidential_tier: local-only until you decide a preprint is safe to discuss with cloud LLMs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Confidential Writing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4572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run on LOCAL LLM only — nothing reaches a cloud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88136"/>
            <a:ext cx="12344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Project_Brief.md  (project_type: paper_in_prep | grant | review_article)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Roadmap.md + Evidence_Map.md — link wiki sources to each claim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4128" y="1380744"/>
            <a:ext cx="0" cy="420624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37944"/>
            <a:ext cx="12344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379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DRAFT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8013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scripts/local_agent.py --role drafter --project {slug}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Project_Brief + wiki sources + existing Drafts/ → writes to Drafts/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24128" y="2130552"/>
            <a:ext cx="0" cy="420624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87752"/>
            <a:ext cx="12344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877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CRITIQUE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5511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local_agent.py --role argue --project {slug}    ← Reviewer #2 style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local_agent.py --role demon --project {slug}    ← Devil's advocate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4128" y="2880360"/>
            <a:ext cx="0" cy="420624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37560"/>
            <a:ext cx="12344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375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PRE-SUBMIT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3009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local_agent.py --role rejection-sim --project {slug}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Simulates: "Why would Nature Neuroscience reject this?"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" y="3630168"/>
            <a:ext cx="0" cy="420624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87368"/>
            <a:ext cx="12344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87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SUBMIT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405079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papers/under-review/  (confidential_tier: local-only)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creates sources/ or wiki/ pages. No cross-links into the library.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818888"/>
            <a:ext cx="8476488" cy="256032"/>
          </a:xfrm>
          <a:prstGeom prst="rect">
            <a:avLst/>
          </a:prstGeom>
          <a:solidFill>
            <a:srgbClr val="2D000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Cloud agents see NONE of this. Hard refusal protects all confidential paths.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to Remember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4151376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54864" cy="1783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78408"/>
            <a:ext cx="438912" cy="43891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97840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 (cloud phases)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499616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 and WebFetch are forbidden in Use phase.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trace to papers/ on disk.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18304" y="841248"/>
            <a:ext cx="4151376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841248"/>
            <a:ext cx="54864" cy="1783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78408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76672" y="97840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82896" y="1499616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sources/ and wiki/ before re-reading a PDF.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wiki after re-reading.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2779776"/>
            <a:ext cx="4151376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79776"/>
            <a:ext cx="54864" cy="1783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916936"/>
            <a:ext cx="438912" cy="43891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FIRST for unpublished 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3438144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aims, manuscript text, unpublished hypotheses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 LLM. Non-negotiable, no override.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18304" y="2779776"/>
            <a:ext cx="4151376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2779776"/>
            <a:ext cx="54864" cy="17830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916936"/>
            <a:ext cx="438912" cy="43891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76672" y="2916936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IS THE ONLY GATE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82896" y="3438144"/>
            <a:ext cx="3877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 enters the Library, and no exploration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project, without an explicit human decision.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BEC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 Start LM Studio server manually each session  •  Close Chrome/Slack on 24 GB before long drafting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Quick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95528"/>
            <a:ext cx="8631936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955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7955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24712"/>
            <a:ext cx="8631936" cy="374904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24712"/>
            <a:ext cx="45720" cy="374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24712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single PDF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124712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scripts/extract_pdf.py /path/to/paper.pdf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499616"/>
            <a:ext cx="863193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99616"/>
            <a:ext cx="45720" cy="374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99616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inbox after ingest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499616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scripts/cleanup_ingested_inbox_pdfs.py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874520"/>
            <a:ext cx="8631936" cy="374904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874520"/>
            <a:ext cx="45720" cy="374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87452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(exploration)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scripts/scout_all.py --exploration {slug}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49424"/>
            <a:ext cx="863193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249424"/>
            <a:ext cx="45720" cy="374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249424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(library_ingest project)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249424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scripts/scout_all.py --project {slug}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624328"/>
            <a:ext cx="8631936" cy="374904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624328"/>
            <a:ext cx="45720" cy="374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24328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PDF to Mendeley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62432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scripts/sync_to_mendeley_watch.py --paper papers/{stem}.pdf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99232"/>
            <a:ext cx="863193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99232"/>
            <a:ext cx="45720" cy="374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999232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2999232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scripts/dashboard_server.py --port 8765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374136"/>
            <a:ext cx="8631936" cy="374904"/>
          </a:xfrm>
          <a:prstGeom prst="rect">
            <a:avLst/>
          </a:prstGeom>
          <a:solidFill>
            <a:srgbClr val="1A0A0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374136"/>
            <a:ext cx="45720" cy="3749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374136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Drafter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374136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 --role drafter --project {slug}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3749040"/>
            <a:ext cx="8631936" cy="374904"/>
          </a:xfrm>
          <a:prstGeom prst="rect">
            <a:avLst/>
          </a:prstGeom>
          <a:solidFill>
            <a:srgbClr val="1A0A0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749040"/>
            <a:ext cx="45720" cy="3749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74904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Argue (Reviewer #2)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3749040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 --role argue --project {slug}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4123944"/>
            <a:ext cx="8631936" cy="374904"/>
          </a:xfrm>
          <a:prstGeom prst="rect">
            <a:avLst/>
          </a:prstGeom>
          <a:solidFill>
            <a:srgbClr val="1A0A0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4123944"/>
            <a:ext cx="45720" cy="3749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123944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Demon (Devil's advocate)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4123944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 --role demon --project {slug}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4498848"/>
            <a:ext cx="8631936" cy="374904"/>
          </a:xfrm>
          <a:prstGeom prst="rect">
            <a:avLst/>
          </a:prstGeom>
          <a:solidFill>
            <a:srgbClr val="1A0A0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4498848"/>
            <a:ext cx="45720" cy="37490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498848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Rejection-Sim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91840" y="449884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 --role rejection-sim --project {slug}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411480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1371600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(3)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822960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(permanent, cloud)   |   Exploration (incubator, cloud)   |   Project (confidential, local-only)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43584"/>
            <a:ext cx="8412480" cy="0"/>
          </a:xfrm>
          <a:prstGeom prst="line">
            <a:avLst/>
          </a:prstGeom>
          <a:noFill/>
          <a:ln w="6350">
            <a:solidFill>
              <a:srgbClr val="2D3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99616"/>
            <a:ext cx="1371600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96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499616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(reasoning)   |   Codex CLI (throughput)   |   Local LLM (confidential writing)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920240"/>
            <a:ext cx="8412480" cy="0"/>
          </a:xfrm>
          <a:prstGeom prst="line">
            <a:avLst/>
          </a:prstGeom>
          <a:noFill/>
          <a:ln w="6350">
            <a:solidFill>
              <a:srgbClr val="2D3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76272"/>
            <a:ext cx="1371600" cy="42062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(9)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17627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Triage · Ingester · Synthesizer · Exploration Skeptic  [cloud]    |    Drafter · Argue · Demon · Rejection-Sim  [local]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596896"/>
            <a:ext cx="8412480" cy="0"/>
          </a:xfrm>
          <a:prstGeom prst="line">
            <a:avLst/>
          </a:prstGeom>
          <a:noFill/>
          <a:ln w="6350">
            <a:solidFill>
              <a:srgbClr val="2D3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52928"/>
            <a:ext cx="1371600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529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(3)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852928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 (scouting + ingest)   |   Use phase (synthesis + Q&amp;A)   |   Confidential phase (drafting + critique)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73552"/>
            <a:ext cx="8412480" cy="0"/>
          </a:xfrm>
          <a:prstGeom prst="line">
            <a:avLst/>
          </a:prstGeom>
          <a:noFill/>
          <a:ln w="6350">
            <a:solidFill>
              <a:srgbClr val="2D3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529584"/>
            <a:ext cx="1371600" cy="42062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95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529584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   |   Wiki first   |   Local for unpublished   |   Human approval for promotion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950208"/>
            <a:ext cx="8412480" cy="0"/>
          </a:xfrm>
          <a:prstGeom prst="line">
            <a:avLst/>
          </a:prstGeom>
          <a:noFill/>
          <a:ln w="6350">
            <a:solidFill>
              <a:srgbClr val="2D3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590288"/>
            <a:ext cx="8476488" cy="4023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590288"/>
            <a:ext cx="8476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Unpublished work never leaves your machine.   Published knowledge is searchable forever.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Knowledge System – Setup Guide v2</dc:title>
  <dc:subject>PptxGenJS Presentation</dc:subject>
  <dc:creator>PptxGenJS</dc:creator>
  <cp:lastModifiedBy>PptxGenJS</cp:lastModifiedBy>
  <cp:revision>1</cp:revision>
  <dcterms:created xsi:type="dcterms:W3CDTF">2026-05-13T22:55:55Z</dcterms:created>
  <dcterms:modified xsi:type="dcterms:W3CDTF">2026-05-13T22:55:55Z</dcterms:modified>
</cp:coreProperties>
</file>