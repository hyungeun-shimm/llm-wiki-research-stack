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Knowledge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Philosophy, Architecture &amp;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LLM workflow with confidential routing for unpublished research.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LLM-Wiki?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for grounding LLM reasoning in papers you actually 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760720" cy="45720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(Karpathy, 2024)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letting an LLM browse the web or invent citations, build a personal markdown corpus of papers you have actually read. Every paper becomes a structured summary. The LLM reads those summaries as ground truth. Answers stay traceable. Hallucinations stop.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markdown?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text. Git-trackable. Obsidian-readable. Every LLM speaks it natively. No vendor lock-in, no database, no API key.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1828800"/>
            <a:ext cx="50749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3-tier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246888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542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(immutable)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862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papers/{author}-{year}-{title}.pdf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source. Never modified.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20840" y="384048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DFF5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Source summary (LLM-written)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233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sources/{stem}.md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Results · Limitations · Glossary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0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20840" y="521208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5285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Wiki page (categorized, cross-linked)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5605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wiki/{category}/{stem}.md  +  [[wikilinks]]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5897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lives in wiki/overviews/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Non-Negotiable Rules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apply to every cloud agent, every conversation.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85232" cy="2011680"/>
          </a:xfrm>
          <a:prstGeom prst="roundRect">
            <a:avLst>
              <a:gd name="adj" fmla="val 4545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web search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external search to fill gaps. Every answer is grounded in papers we actually 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5285232" cy="2011680"/>
          </a:xfrm>
          <a:prstGeom prst="roundRect">
            <a:avLst>
              <a:gd name="adj" fmla="val 4545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092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from the wiki first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788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sources/ and wiki/ are the only sources of truth. Cross-paper synthesis in wiki/overviews/.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285232" cy="2011680"/>
          </a:xfrm>
          <a:prstGeom prst="roundRect">
            <a:avLst>
              <a:gd name="adj" fmla="val 4545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72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Re-read the PDF if wiki is insufficient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papers/{stem}.pdf, extract more detail. Then update the wiki so the next conversation has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4297680"/>
            <a:ext cx="5285232" cy="2011680"/>
          </a:xfrm>
          <a:prstGeom prst="roundRect">
            <a:avLst>
              <a:gd name="adj" fmla="val 4545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572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6092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if missing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5074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have a paper on this — please give me the PDF." No improvising. No making up sources.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Basic LLM-Wiki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adds on top of Karpathy's pattern — and how each addition accelerates research.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 top of basic LLM-Wiki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8288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accelerates research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1284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Confidentiality routing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21284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unpublished work. Cloud agents physically cannot read grants, drafts, or pilot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1576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157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agent roles (not just one)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7157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Scout, Triage, Ingester, Synthesizer, Drafter, Argue, Demon, Rejection-Sim, Skeptic.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1868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2186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Exploration → Project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32186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incubate publicly. Promotion to confidential projects is a single human decision.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2160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7216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Scout brief sanitization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7216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projects search the public corpus through a self-validated sanitized brief.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24528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2452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2245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User-first drafting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422452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 cannot write blank-page. User writes a skeleton; LLM amplifies. No hallucinated framing.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27448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72744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7274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with one-click Run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472744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step is a button. No memorizing commands. Run-buttons are allowlisted.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23036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230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Mendeley two-way sync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52303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for reading + synthesis. Mendeley for Word citations. Same PDFs, no manual duplication.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733288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733288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7332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Knowledge compounding via overviews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573328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writes back to wiki/overviews/, which the next project consumes.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Spaces × Two Tiers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machine, same files. Which AI is allowed to read each part is what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LIBRARY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papers/  sources/  wiki/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index.md  wiki/overviews/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knowledge base.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cloud agents.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everyone.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by: Ingester · Synthesizer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0116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48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48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EXPLORATION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explorations/idea-notes/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explorations/ideas/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explorations/active/{slug}/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4297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Pre-project incubator.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literature.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unpublished hypotheses.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5806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by: Scout · Skeptic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20116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2148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1488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PROJECT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0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projects/{slug}/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Project_Brief.md  user-drafts/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Drafts/  critiques/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297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workspace.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· paper_in_prep · review.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5806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by: Drafter · Argue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 · Rejection-Sim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library_ingest projects → cloud-ok (lightweight wiki-add path, no unpublished content)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 = Routing, Not Encryption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machine. Two AI lanes. The files stay where they are — what changes is who can read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DFF5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AI may read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Codex CLI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papers/  (published corpus)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sources/  wiki/  wiki/overviews/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explorations/  (public facing)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library_ingest project briefs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index.md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LLM only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 ·  Qwen 3.5 MLX  ·  127.0.0.1:1234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projects/{slug}/  (grant, paper_in_prep)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papers/under-review/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explorations/active/*/_pdfs/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user-drafts/  Drafts/  critiques/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Any  confidential_tier: local-only  file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989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refusal: cloud agent encounters confidential path → it refuses. No override — even if the user says "do it here anyway."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 — One Shared File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for different jobs. All three read and write the SAME folder.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DFF5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writing +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brainstorming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20624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structure decisions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revision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21208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74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agent outputs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CLI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throughput +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script execution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70332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of candidates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420624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Ingester: PDF → wiki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470916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file operations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521208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5074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LLM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32520" y="3200400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drafting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732520" y="3703320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writing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732520" y="4206240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#2 critique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732520" y="4709160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732520" y="5212080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5074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simulation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62636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tools read and write the SAME markdown folder. No file transfer, no context handoff.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Agent Roles — Divided by Environment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is a markdown spec in subagents/. Dashboard Run buttons open the right agent with the right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064240" cy="384048"/>
          </a:xfrm>
          <a:prstGeom prst="rect">
            <a:avLst/>
          </a:prstGeom>
          <a:solidFill>
            <a:srgbClr val="DF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1945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PubMed / arXiv / bioRxiv / Semantic Scholar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11064240" cy="384048"/>
          </a:xfrm>
          <a:prstGeom prst="rect">
            <a:avLst/>
          </a:prstGeom>
          <a:solidFill>
            <a:srgbClr val="DF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786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578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578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5786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— in-scope / borderline / 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62656"/>
            <a:ext cx="11064240" cy="384048"/>
          </a:xfrm>
          <a:prstGeom prst="rect">
            <a:avLst/>
          </a:prstGeom>
          <a:solidFill>
            <a:srgbClr val="DF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626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9626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9626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96265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papers/ + sources/ + wiki/ pages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46704"/>
            <a:ext cx="11064240" cy="384048"/>
          </a:xfrm>
          <a:prstGeom prst="rect">
            <a:avLst/>
          </a:prstGeom>
          <a:solidFill>
            <a:srgbClr val="DF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467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3467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3467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334670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→ wiki/overviews/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30752"/>
            <a:ext cx="11064240" cy="384048"/>
          </a:xfrm>
          <a:prstGeom prst="rect">
            <a:avLst/>
          </a:prstGeom>
          <a:solidFill>
            <a:srgbClr val="DF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307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730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Skeptic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3730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73075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idea → exploration promotion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 — confidential zone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1064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434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434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434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443484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user-drafts/, writes manuscript / grant sections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818888"/>
            <a:ext cx="11064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8188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" y="48188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00400" y="48188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48188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Reviewer-#2-style pressure test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202936"/>
            <a:ext cx="11064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202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" y="52029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200400" y="52029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520293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Devil's-advocate / desk-reject critique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586984"/>
            <a:ext cx="1106424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586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55869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Rejection-Sim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200400" y="55869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03520" y="558698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Pre-mortem: funder/journal rejection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Drafter Cannot Write From Blank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does the homework first. The LLM amplifies — it does not replace your thinking.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writes skeleton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user-drafts/{section}.md.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5–10 lines: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claim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framing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key citation hooks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70916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user-drafts/{section}.md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33832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26280" y="192024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DFF5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context loaded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788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"Analyze wiki relevance".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pre_drafter.py scans sources/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 for relevant pages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wiki_context.md.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470916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wiki_context.md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33832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503920" y="192024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1E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2103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726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Drafter amplifies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2788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reads: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Project_Brief.md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wiki_context.md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user-drafts/{section}.md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writes Drafts/{section}.md.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0" y="470916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2D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Drafts/{section}.md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AFAFA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draft → /compare with your skeleton  ·  /save  ·  iterate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Drafter never writes blank-page prose. Without a user-drafts/{section}.md skeleton, it has no framing to amplify and the output collapses into generic boilerplate. This is by design — it forces you to think first.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 Brief — Zero Identity Leakage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confidential project searches the public paper corpus — without revealing what it's about.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Project_Brief.md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154680" y="192024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Local 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sanitized brief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760720" y="192024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Self-simulation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the project be guessed?"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366760" y="192024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DFF5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scouts/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cloud-ok export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The brief must NOT contain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specific hypothesis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Unpublished data / pilot 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 name, lab name, institution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Grant aims or objectives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project slug or title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47472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The brief MAY contain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Broad scientific field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 MeSH terms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field leaders as author filters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year range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Sources to search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0807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before export: simulation_passed: true required  +  project slug must not appear in body. Otherwise BLOCKED.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Workflow —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BUILD (cloud)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965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965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1965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52560" y="1965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965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USE (cloud)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from wiki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43400" y="3383280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overviews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138160" y="3383280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new ideas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CONFIDENTIAL (local LLM)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00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skeleton → Drafter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4800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383280" y="4800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800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critique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4800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17920" y="4800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800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 check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800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052560" y="4800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4800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sim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989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 Loop: durable insights → manual redaction → wiki/overviews/  →  cloud agents read them in the next cycle.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— Single Point of Entry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UI at http://127.0.0.1:8765. Every workflow has a Run button.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bar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status. Workflow diagram. Quick nav.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Scout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paper search across PubMed + arXiv + bioRxiv.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9202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8680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incubator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notes. Promote to briefs. Activate explorations.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launcher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dropdown with every workflow step.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4348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0916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 brief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9160" y="5806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writes sanitized brief for confidential projects.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4348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68680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+ Mendeley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86800" y="5806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 Obsidian vault. Mendeley sync for Word citations.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Mendeley Integration — Two Systems, One 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 is your reading memory. Mendeley is your citation manager. Same PDFs, no duplication.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DF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LLM-Wiki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reading memory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Papers you have read + synthesized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source summaries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Cross-paper overviews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substrate for LLMs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Selected. Read. Synthesized.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Mendeley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library for Word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citation insertion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BibTeX export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reference catalog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Comprehensive. Citation-ready.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⇄  Two-way sync (scripts)  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742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sync_to_mendeley_watch.py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60807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ingesting a paper into papers/, copy it into Mendeley's watched folder. One-way: wiki → Mendeley.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56692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742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F5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audit_mendeley_export.py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60807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Mendeley's BibTeX export, compare against the wiki, find gaps. Audit-only — never modifies Mendeley.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Wiki Gets Smarter Over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should produce new or improved wiki pages. The corpus compounds.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4937760"/>
            <a:ext cx="9144000" cy="914400"/>
          </a:xfrm>
          <a:prstGeom prst="rect">
            <a:avLst/>
          </a:prstGeom>
          <a:solidFill>
            <a:srgbClr val="DFF5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50292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Individual papers  ·  sources/*.md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53949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paper. Structured summary. Inputs to everything above.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3749040"/>
            <a:ext cx="676656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Wiki pages  ·  wiki/{category}/*.md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by topic. Cross-linked via [[wikilinks]].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560320"/>
            <a:ext cx="4206240" cy="914400"/>
          </a:xfrm>
          <a:prstGeom prst="rect">
            <a:avLst/>
          </a:prstGeom>
          <a:solidFill>
            <a:srgbClr val="FEF3C7"/>
          </a:solidFill>
          <a:ln w="317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Overviews  ·  wiki/overviews/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synthesis. The most valuable layer.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Most valuable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2636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paper summaries are inputs. Cross-paper synthesis is the output. The output compounds.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(immutable) → sources/ → wiki/. Each tier is human-readable. Every layer adds synthesis.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as Evidence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wiki is not the deliverable. It is the substrate that confidential projects consume.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Confidentiality as Routing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constraint, not encryption. The same file, different AI lanes.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56616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is the Translator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needs → public scout queries only by manual user rewriting. Never LLM extraction.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User-First Drafting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amplifies what the user already wrote. No blank-page generation.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530352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Approval 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943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corpus expansion. Every PDF entering papers/ requires a human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LLM — Practical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Pro M4 Pro · 24 GB unified memory · Qwen 3.5 27B MLX 4-bit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· 24 GB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 3.5 27B MLX 4-bit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~16 GB loaded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~12–20 tok/s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 Chrome / Slack during drafting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92024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COMFORTABLE · 48 GB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 3.5 32B with headroom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16K context comfortably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secondary model loaded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mix of capability + speed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192024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RECOMMENDED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2468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above 30B on 24 GB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3.3 70B (won't fit)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Coding-specialized variants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without MLX 4-bit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Install LM Studio → search "Qwen3.5-27B-Instruct MLX 4bit" → Download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Load model into memory  →  Start Local Server (http://localhost:1234)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python3 scripts/local_agent.py --role drafter --project my-paper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to begin.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scripts/dashboard_server.py --port 8765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paper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scripts/extract_pdf.py /path/to/paper.pdf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2D3A5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20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drafting (after writing user-drafts/)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scripts/local_agent.py --role drafter --project {slug}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overview pages don't exist yet. Build them conversation by conversation.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Knowledge System</dc:title>
  <dc:subject>PptxGenJS Presentation</dc:subject>
  <dc:creator>LLM-Wiki System</dc:creator>
  <cp:lastModifiedBy>LLM-Wiki System</cp:lastModifiedBy>
  <cp:revision>1</cp:revision>
  <dcterms:created xsi:type="dcterms:W3CDTF">2026-05-14T17:02:28Z</dcterms:created>
  <dcterms:modified xsi:type="dcterms:W3CDTF">2026-05-14T17:02:28Z</dcterms:modified>
</cp:coreProperties>
</file>